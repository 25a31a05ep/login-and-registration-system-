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0083800" cy="7556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" y="0"/>
            <a:ext cx="10076180" cy="7556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4869" y="689610"/>
            <a:ext cx="8336280" cy="6121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4800">
                <a:solidFill>
                  <a:srgbClr val="000000"/>
                </a:solidFill>
                <a:latin typeface="helv"/>
              </a:rPr>
              <a:t>Login and Registration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8330" y="1844039"/>
            <a:ext cx="151129" cy="431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3400">
                <a:solidFill>
                  <a:srgbClr val="000000"/>
                </a:solidFill>
                <a:latin typeface="helv"/>
              </a:rPr>
              <a:t>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6790" y="1894839"/>
            <a:ext cx="6262370" cy="4483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3500">
                <a:solidFill>
                  <a:srgbClr val="000000"/>
                </a:solidFill>
                <a:latin typeface="helv"/>
              </a:rPr>
              <a:t>A basic system to manage user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6790" y="2382520"/>
            <a:ext cx="2849880" cy="4483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3500">
                <a:solidFill>
                  <a:srgbClr val="000000"/>
                </a:solidFill>
                <a:latin typeface="helv"/>
              </a:rPr>
              <a:t>authentication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8330" y="3014980"/>
            <a:ext cx="151129" cy="4317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3400">
                <a:solidFill>
                  <a:srgbClr val="000000"/>
                </a:solidFill>
                <a:latin typeface="helv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6790" y="3068320"/>
            <a:ext cx="4366260" cy="4406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3450">
                <a:solidFill>
                  <a:srgbClr val="000000"/>
                </a:solidFill>
                <a:latin typeface="helv"/>
              </a:rPr>
              <a:t>Presented by: Student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" y="0"/>
            <a:ext cx="10076180" cy="7556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397250" y="631190"/>
            <a:ext cx="3300729" cy="6159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4800">
                <a:solidFill>
                  <a:srgbClr val="000000"/>
                </a:solidFill>
                <a:latin typeface="helv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8330" y="1870710"/>
            <a:ext cx="7956550" cy="4470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3500">
                <a:solidFill>
                  <a:srgbClr val="000000"/>
                </a:solidFill>
                <a:latin typeface="helv"/>
              </a:rPr>
              <a:t>• A login and registration system allows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6790" y="2426970"/>
            <a:ext cx="7573009" cy="447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3500">
                <a:solidFill>
                  <a:srgbClr val="000000"/>
                </a:solidFill>
                <a:latin typeface="helv"/>
              </a:rPr>
              <a:t>users to create accounts and securely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6790" y="2959100"/>
            <a:ext cx="4091940" cy="4470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3500">
                <a:solidFill>
                  <a:srgbClr val="000000"/>
                </a:solidFill>
                <a:latin typeface="helv"/>
              </a:rPr>
              <a:t>access applications.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" y="0"/>
            <a:ext cx="10076180" cy="7556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22040" y="692150"/>
            <a:ext cx="2846070" cy="609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4800">
                <a:solidFill>
                  <a:srgbClr val="000000"/>
                </a:solidFill>
                <a:latin typeface="helv"/>
              </a:rP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8330" y="1844039"/>
            <a:ext cx="151129" cy="431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3400">
                <a:solidFill>
                  <a:srgbClr val="000000"/>
                </a:solidFill>
                <a:latin typeface="helv"/>
              </a:rPr>
              <a:t>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6790" y="1851660"/>
            <a:ext cx="6196330" cy="4470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3500">
                <a:solidFill>
                  <a:srgbClr val="000000"/>
                </a:solidFill>
                <a:latin typeface="helv"/>
              </a:rPr>
              <a:t>• Provide secure authentication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8330" y="2482850"/>
            <a:ext cx="151129" cy="431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3400">
                <a:solidFill>
                  <a:srgbClr val="000000"/>
                </a:solidFill>
                <a:latin typeface="helv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6790" y="2494280"/>
            <a:ext cx="3285490" cy="44068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3450">
                <a:solidFill>
                  <a:srgbClr val="000000"/>
                </a:solidFill>
                <a:latin typeface="helv"/>
              </a:rPr>
              <a:t>• Store user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8330" y="3122930"/>
            <a:ext cx="151129" cy="4317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3400">
                <a:solidFill>
                  <a:srgbClr val="000000"/>
                </a:solidFill>
                <a:latin typeface="helv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6790" y="3130550"/>
            <a:ext cx="6038850" cy="4470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3500">
                <a:solidFill>
                  <a:srgbClr val="000000"/>
                </a:solidFill>
                <a:latin typeface="helv"/>
              </a:rPr>
              <a:t>• Prevent unauthorized access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" y="0"/>
            <a:ext cx="10076180" cy="7556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08530" y="692150"/>
            <a:ext cx="5673090" cy="6146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4800">
                <a:solidFill>
                  <a:srgbClr val="000000"/>
                </a:solidFill>
                <a:latin typeface="helv"/>
              </a:rPr>
              <a:t>Registration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8330" y="1844039"/>
            <a:ext cx="151129" cy="431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3400">
                <a:solidFill>
                  <a:srgbClr val="000000"/>
                </a:solidFill>
                <a:latin typeface="helv"/>
              </a:rPr>
              <a:t>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6790" y="1896110"/>
            <a:ext cx="7594600" cy="4457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3500">
                <a:solidFill>
                  <a:srgbClr val="000000"/>
                </a:solidFill>
                <a:latin typeface="helv"/>
              </a:rPr>
              <a:t>• User enters username and password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8330" y="2482850"/>
            <a:ext cx="151129" cy="431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3400">
                <a:solidFill>
                  <a:srgbClr val="000000"/>
                </a:solidFill>
                <a:latin typeface="helv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6790" y="2490470"/>
            <a:ext cx="6217920" cy="447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3500">
                <a:solidFill>
                  <a:srgbClr val="000000"/>
                </a:solidFill>
                <a:latin typeface="helv"/>
              </a:rPr>
              <a:t>• Data is stored in database/file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8330" y="3122930"/>
            <a:ext cx="151129" cy="4317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3400">
                <a:solidFill>
                  <a:srgbClr val="000000"/>
                </a:solidFill>
                <a:latin typeface="helv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6790" y="3129280"/>
            <a:ext cx="3997960" cy="4483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3500">
                <a:solidFill>
                  <a:srgbClr val="000000"/>
                </a:solidFill>
                <a:latin typeface="helv"/>
              </a:rPr>
              <a:t>• Account is created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" y="0"/>
            <a:ext cx="10076180" cy="7556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089910" y="690880"/>
            <a:ext cx="3907790" cy="6159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4800">
                <a:solidFill>
                  <a:srgbClr val="000000"/>
                </a:solidFill>
                <a:latin typeface="helv"/>
              </a:rPr>
              <a:t>Login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8330" y="1844039"/>
            <a:ext cx="151129" cy="431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3400">
                <a:solidFill>
                  <a:srgbClr val="000000"/>
                </a:solidFill>
                <a:latin typeface="helv"/>
              </a:rPr>
              <a:t>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6790" y="1852930"/>
            <a:ext cx="4872990" cy="4457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3500">
                <a:solidFill>
                  <a:srgbClr val="000000"/>
                </a:solidFill>
                <a:latin typeface="helv"/>
              </a:rPr>
              <a:t>• User enters credentials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8330" y="2482850"/>
            <a:ext cx="151129" cy="431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3400">
                <a:solidFill>
                  <a:srgbClr val="000000"/>
                </a:solidFill>
                <a:latin typeface="helv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6790" y="2531110"/>
            <a:ext cx="4748530" cy="4483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3500">
                <a:solidFill>
                  <a:srgbClr val="000000"/>
                </a:solidFill>
                <a:latin typeface="helv"/>
              </a:rPr>
              <a:t>• System verifies details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8330" y="3122930"/>
            <a:ext cx="151129" cy="4317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3400">
                <a:solidFill>
                  <a:srgbClr val="000000"/>
                </a:solidFill>
                <a:latin typeface="helv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6790" y="3172460"/>
            <a:ext cx="5744210" cy="4483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3500">
                <a:solidFill>
                  <a:srgbClr val="000000"/>
                </a:solidFill>
                <a:latin typeface="helv"/>
              </a:rPr>
              <a:t>• Access is granted if correct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" y="0"/>
            <a:ext cx="10076180" cy="7556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59529" y="645160"/>
            <a:ext cx="2362200" cy="599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4700">
                <a:solidFill>
                  <a:srgbClr val="000000"/>
                </a:solidFill>
                <a:latin typeface="helv"/>
              </a:rPr>
              <a:t>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8330" y="1844039"/>
            <a:ext cx="151129" cy="431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3400">
                <a:solidFill>
                  <a:srgbClr val="000000"/>
                </a:solidFill>
                <a:latin typeface="helv"/>
              </a:rPr>
              <a:t>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6790" y="1894839"/>
            <a:ext cx="4676140" cy="447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3500">
                <a:solidFill>
                  <a:srgbClr val="000000"/>
                </a:solidFill>
                <a:latin typeface="helv"/>
              </a:rPr>
              <a:t>• User-friendly interface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8330" y="2482850"/>
            <a:ext cx="151129" cy="431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3400">
                <a:solidFill>
                  <a:srgbClr val="000000"/>
                </a:solidFill>
                <a:latin typeface="helv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6790" y="2494280"/>
            <a:ext cx="3210560" cy="4432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3450">
                <a:solidFill>
                  <a:srgbClr val="000000"/>
                </a:solidFill>
                <a:latin typeface="helv"/>
              </a:rPr>
              <a:t>• Data validation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8330" y="3122930"/>
            <a:ext cx="151129" cy="4317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3400">
                <a:solidFill>
                  <a:srgbClr val="000000"/>
                </a:solidFill>
                <a:latin typeface="helv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6790" y="3172460"/>
            <a:ext cx="5323840" cy="4457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3500">
                <a:solidFill>
                  <a:srgbClr val="000000"/>
                </a:solidFill>
                <a:latin typeface="helv"/>
              </a:rPr>
              <a:t>• Secure password storage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" y="0"/>
            <a:ext cx="10076180" cy="7556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46020" y="697230"/>
            <a:ext cx="5200650" cy="6070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4750">
                <a:solidFill>
                  <a:srgbClr val="000000"/>
                </a:solidFill>
                <a:latin typeface="helv"/>
              </a:rPr>
              <a:t>Technologies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8330" y="1844039"/>
            <a:ext cx="151129" cy="431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3400">
                <a:solidFill>
                  <a:srgbClr val="000000"/>
                </a:solidFill>
                <a:latin typeface="helv"/>
              </a:rPr>
              <a:t>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6790" y="1893570"/>
            <a:ext cx="4203700" cy="4457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3500">
                <a:solidFill>
                  <a:srgbClr val="000000"/>
                </a:solidFill>
                <a:latin typeface="helv"/>
              </a:rPr>
              <a:t>• C++ / Java / Python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8330" y="2482850"/>
            <a:ext cx="151129" cy="431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3400">
                <a:solidFill>
                  <a:srgbClr val="000000"/>
                </a:solidFill>
                <a:latin typeface="helv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6790" y="2538730"/>
            <a:ext cx="5387340" cy="4419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3450">
                <a:solidFill>
                  <a:srgbClr val="000000"/>
                </a:solidFill>
                <a:latin typeface="helv"/>
              </a:rPr>
              <a:t>• File Handling or Database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8330" y="3122930"/>
            <a:ext cx="151129" cy="4317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3400">
                <a:solidFill>
                  <a:srgbClr val="000000"/>
                </a:solidFill>
                <a:latin typeface="helv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6790" y="3139440"/>
            <a:ext cx="1898650" cy="436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3400">
                <a:solidFill>
                  <a:srgbClr val="000000"/>
                </a:solidFill>
                <a:latin typeface="helv"/>
              </a:rPr>
              <a:t>• Basic UI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" y="0"/>
            <a:ext cx="10076180" cy="7556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25190" y="693420"/>
            <a:ext cx="3238500" cy="6121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4800">
                <a:solidFill>
                  <a:srgbClr val="000000"/>
                </a:solidFill>
                <a:latin typeface="helv"/>
              </a:rPr>
              <a:t>Advantages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8330" y="1844039"/>
            <a:ext cx="151129" cy="431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3400">
                <a:solidFill>
                  <a:srgbClr val="000000"/>
                </a:solidFill>
                <a:latin typeface="helv"/>
              </a:rPr>
              <a:t>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6790" y="1896110"/>
            <a:ext cx="1877060" cy="44322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3450">
                <a:solidFill>
                  <a:srgbClr val="000000"/>
                </a:solidFill>
                <a:latin typeface="helv"/>
              </a:rPr>
              <a:t>• 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8330" y="2482850"/>
            <a:ext cx="151129" cy="431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3400">
                <a:solidFill>
                  <a:srgbClr val="000000"/>
                </a:solidFill>
                <a:latin typeface="helv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6790" y="2538730"/>
            <a:ext cx="4945380" cy="4419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3450">
                <a:solidFill>
                  <a:srgbClr val="000000"/>
                </a:solidFill>
                <a:latin typeface="helv"/>
              </a:rPr>
              <a:t>• Easy user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8330" y="3122930"/>
            <a:ext cx="151129" cy="4317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3400">
                <a:solidFill>
                  <a:srgbClr val="000000"/>
                </a:solidFill>
                <a:latin typeface="helv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6790" y="3175000"/>
            <a:ext cx="3307080" cy="4457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3500">
                <a:solidFill>
                  <a:srgbClr val="000000"/>
                </a:solidFill>
                <a:latin typeface="helv"/>
              </a:rPr>
              <a:t>• Data protection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" y="0"/>
            <a:ext cx="10076180" cy="7556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020060" y="693420"/>
            <a:ext cx="4048760" cy="6121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4800">
                <a:solidFill>
                  <a:srgbClr val="000000"/>
                </a:solidFill>
                <a:latin typeface="helv"/>
              </a:rPr>
              <a:t>Disadvantages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8330" y="1844039"/>
            <a:ext cx="151129" cy="431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3400">
                <a:solidFill>
                  <a:srgbClr val="000000"/>
                </a:solidFill>
                <a:latin typeface="helv"/>
              </a:rPr>
              <a:t>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6790" y="1897380"/>
            <a:ext cx="4724400" cy="444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3450">
                <a:solidFill>
                  <a:srgbClr val="000000"/>
                </a:solidFill>
                <a:latin typeface="helv"/>
              </a:rPr>
              <a:t>• Requires maintenance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8330" y="2482850"/>
            <a:ext cx="151129" cy="431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3400">
                <a:solidFill>
                  <a:srgbClr val="000000"/>
                </a:solidFill>
                <a:latin typeface="helv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6790" y="2533650"/>
            <a:ext cx="5702300" cy="4483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3500">
                <a:solidFill>
                  <a:srgbClr val="000000"/>
                </a:solidFill>
                <a:latin typeface="helv"/>
              </a:rPr>
              <a:t>• Risk if not secured properly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" y="0"/>
            <a:ext cx="10076180" cy="7556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509010" y="627380"/>
            <a:ext cx="3069590" cy="6159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4800">
                <a:solidFill>
                  <a:srgbClr val="000000"/>
                </a:solidFill>
                <a:latin typeface="helv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8330" y="1869439"/>
            <a:ext cx="8261350" cy="4483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3500">
                <a:solidFill>
                  <a:srgbClr val="000000"/>
                </a:solidFill>
                <a:latin typeface="helv"/>
              </a:rPr>
              <a:t>• Login systems are essential for modern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6790" y="2426970"/>
            <a:ext cx="6960869" cy="447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3500">
                <a:solidFill>
                  <a:srgbClr val="000000"/>
                </a:solidFill>
                <a:latin typeface="helv"/>
              </a:rPr>
              <a:t>applications to ensure security 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6790" y="2914650"/>
            <a:ext cx="3653790" cy="4483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3500">
                <a:solidFill>
                  <a:srgbClr val="000000"/>
                </a:solidFill>
                <a:latin typeface="helv"/>
              </a:rPr>
              <a:t>controlled access.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